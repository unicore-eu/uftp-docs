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AD0"/>
    <a:srgbClr val="61D6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312" autoAdjust="0"/>
  </p:normalViewPr>
  <p:slideViewPr>
    <p:cSldViewPr snapToGrid="0">
      <p:cViewPr varScale="1">
        <p:scale>
          <a:sx n="107" d="100"/>
          <a:sy n="107" d="100"/>
        </p:scale>
        <p:origin x="17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20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71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99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76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0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03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47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73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27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02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FD5E3-9FE6-47D6-82DD-5BFE33800862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A31CE-D465-4FB6-A019-EF305147797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19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E190DF8-6F1D-428D-8AF9-1FBA26A30772}"/>
              </a:ext>
            </a:extLst>
          </p:cNvPr>
          <p:cNvCxnSpPr>
            <a:cxnSpLocks/>
            <a:stCxn id="100" idx="3"/>
            <a:endCxn id="44" idx="1"/>
          </p:cNvCxnSpPr>
          <p:nvPr/>
        </p:nvCxnSpPr>
        <p:spPr>
          <a:xfrm>
            <a:off x="2236350" y="4034180"/>
            <a:ext cx="4529814" cy="4930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00670DA-9892-4C13-8C0E-FD2B76E1F016}"/>
              </a:ext>
            </a:extLst>
          </p:cNvPr>
          <p:cNvSpPr txBox="1"/>
          <p:nvPr/>
        </p:nvSpPr>
        <p:spPr>
          <a:xfrm>
            <a:off x="3329610" y="620372"/>
            <a:ext cx="1715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Auth Server</a:t>
            </a:r>
            <a:br>
              <a:rPr lang="de-DE" sz="1600" dirty="0"/>
            </a:br>
            <a:r>
              <a:rPr lang="de-DE" sz="1400" dirty="0" err="1"/>
              <a:t>or</a:t>
            </a:r>
            <a:r>
              <a:rPr lang="de-DE" sz="1400" dirty="0"/>
              <a:t> UNICORE/X </a:t>
            </a:r>
            <a:r>
              <a:rPr lang="de-DE" sz="1400" dirty="0" err="1"/>
              <a:t>server</a:t>
            </a:r>
            <a:endParaRPr lang="de-DE" sz="1400" dirty="0"/>
          </a:p>
        </p:txBody>
      </p: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32D62576-6362-4E92-BCB9-CA9FBA185CAD}"/>
              </a:ext>
            </a:extLst>
          </p:cNvPr>
          <p:cNvCxnSpPr>
            <a:cxnSpLocks/>
            <a:stCxn id="100" idx="0"/>
            <a:endCxn id="50" idx="1"/>
          </p:cNvCxnSpPr>
          <p:nvPr/>
        </p:nvCxnSpPr>
        <p:spPr>
          <a:xfrm rot="5400000" flipH="1" flipV="1">
            <a:off x="1452535" y="1477069"/>
            <a:ext cx="1545279" cy="1942158"/>
          </a:xfrm>
          <a:prstGeom prst="bentConnector2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26D14A21-0B88-43DA-B0E1-0EBC713B37C8}"/>
              </a:ext>
            </a:extLst>
          </p:cNvPr>
          <p:cNvSpPr txBox="1"/>
          <p:nvPr/>
        </p:nvSpPr>
        <p:spPr>
          <a:xfrm>
            <a:off x="1226495" y="1207003"/>
            <a:ext cx="190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i="1" dirty="0">
                <a:solidFill>
                  <a:srgbClr val="0070C0"/>
                </a:solidFill>
              </a:rPr>
              <a:t>Authentication </a:t>
            </a:r>
            <a:r>
              <a:rPr lang="de-DE" sz="1400" b="1" i="1" dirty="0" err="1">
                <a:solidFill>
                  <a:srgbClr val="0070C0"/>
                </a:solidFill>
              </a:rPr>
              <a:t>request</a:t>
            </a:r>
            <a:endParaRPr lang="en-GB" sz="1400" b="1" i="1" dirty="0">
              <a:solidFill>
                <a:srgbClr val="0070C0"/>
              </a:solidFill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A6A3D902-927E-448F-A1B0-BA89FCD59360}"/>
              </a:ext>
            </a:extLst>
          </p:cNvPr>
          <p:cNvSpPr txBox="1"/>
          <p:nvPr/>
        </p:nvSpPr>
        <p:spPr>
          <a:xfrm>
            <a:off x="3212964" y="3562451"/>
            <a:ext cx="1929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i="1" dirty="0">
                <a:solidFill>
                  <a:srgbClr val="0070C0"/>
                </a:solidFill>
              </a:rPr>
              <a:t>FTP Control Connection</a:t>
            </a:r>
            <a:endParaRPr lang="en-GB" sz="1400" b="1" i="1" dirty="0">
              <a:solidFill>
                <a:srgbClr val="0070C0"/>
              </a:solidFill>
            </a:endParaRP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0B57E1AD-EEB3-4F8C-8A56-7AB9D000514C}"/>
              </a:ext>
            </a:extLst>
          </p:cNvPr>
          <p:cNvSpPr txBox="1"/>
          <p:nvPr/>
        </p:nvSpPr>
        <p:spPr>
          <a:xfrm>
            <a:off x="2968245" y="5005402"/>
            <a:ext cx="2383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i="1" dirty="0">
                <a:solidFill>
                  <a:srgbClr val="008000"/>
                </a:solidFill>
              </a:rPr>
              <a:t>Passive FTP Data Connections</a:t>
            </a:r>
            <a:endParaRPr lang="en-GB" sz="1400" b="1" i="1" dirty="0">
              <a:solidFill>
                <a:srgbClr val="008000"/>
              </a:solidFill>
            </a:endParaRP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C7ED80CB-00A2-4FC7-80B1-852CEF67B7FB}"/>
              </a:ext>
            </a:extLst>
          </p:cNvPr>
          <p:cNvSpPr/>
          <p:nvPr/>
        </p:nvSpPr>
        <p:spPr>
          <a:xfrm>
            <a:off x="2038361" y="1528860"/>
            <a:ext cx="295324" cy="310219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1</a:t>
            </a:r>
            <a:endParaRPr lang="en-GB" sz="1600" b="1" dirty="0"/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A51B0A78-7D82-42A1-BE29-97A41F65A540}"/>
              </a:ext>
            </a:extLst>
          </p:cNvPr>
          <p:cNvSpPr/>
          <p:nvPr/>
        </p:nvSpPr>
        <p:spPr>
          <a:xfrm>
            <a:off x="3338357" y="457200"/>
            <a:ext cx="1733584" cy="261050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191F60E-7B25-4957-8278-5EBD374A961A}"/>
              </a:ext>
            </a:extLst>
          </p:cNvPr>
          <p:cNvSpPr txBox="1"/>
          <p:nvPr/>
        </p:nvSpPr>
        <p:spPr>
          <a:xfrm>
            <a:off x="435436" y="3394005"/>
            <a:ext cx="1638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UFTP </a:t>
            </a:r>
            <a:r>
              <a:rPr lang="de-DE" b="1" dirty="0" err="1"/>
              <a:t>Cient</a:t>
            </a:r>
            <a:br>
              <a:rPr lang="de-DE" sz="1600" dirty="0"/>
            </a:br>
            <a:r>
              <a:rPr lang="de-DE" sz="1400" dirty="0"/>
              <a:t>(end-user </a:t>
            </a:r>
            <a:r>
              <a:rPr lang="de-DE" sz="1400" dirty="0" err="1"/>
              <a:t>or</a:t>
            </a:r>
            <a:r>
              <a:rPr lang="de-DE" sz="1400" dirty="0"/>
              <a:t> </a:t>
            </a:r>
            <a:r>
              <a:rPr lang="de-DE" sz="1400" dirty="0" err="1"/>
              <a:t>server</a:t>
            </a:r>
            <a:r>
              <a:rPr lang="de-DE" sz="1400" dirty="0"/>
              <a:t>)</a:t>
            </a:r>
            <a:endParaRPr lang="en-GB" sz="1600" dirty="0"/>
          </a:p>
        </p:txBody>
      </p: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EB8AFB6D-3B50-4048-BE43-6F9F4E11FDB3}"/>
              </a:ext>
            </a:extLst>
          </p:cNvPr>
          <p:cNvSpPr/>
          <p:nvPr/>
        </p:nvSpPr>
        <p:spPr>
          <a:xfrm>
            <a:off x="271840" y="3220787"/>
            <a:ext cx="1964510" cy="162678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92" name="Grafik 91">
            <a:extLst>
              <a:ext uri="{FF2B5EF4-FFF2-40B4-BE49-F238E27FC236}">
                <a16:creationId xmlns:a16="http://schemas.microsoft.com/office/drawing/2014/main" id="{4C6E8205-1EB3-4D55-8B7E-DEC4A1C77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77" y="4041272"/>
            <a:ext cx="752986" cy="575235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EACC380-4F22-4F6F-86B4-BF2535E2258E}"/>
              </a:ext>
            </a:extLst>
          </p:cNvPr>
          <p:cNvGrpSpPr/>
          <p:nvPr/>
        </p:nvGrpSpPr>
        <p:grpSpPr>
          <a:xfrm>
            <a:off x="3811311" y="1974721"/>
            <a:ext cx="809380" cy="847425"/>
            <a:chOff x="3905433" y="1301287"/>
            <a:chExt cx="949060" cy="957430"/>
          </a:xfrm>
        </p:grpSpPr>
        <p:pic>
          <p:nvPicPr>
            <p:cNvPr id="93" name="Grafik 92">
              <a:extLst>
                <a:ext uri="{FF2B5EF4-FFF2-40B4-BE49-F238E27FC236}">
                  <a16:creationId xmlns:a16="http://schemas.microsoft.com/office/drawing/2014/main" id="{F6E4E32B-B04E-47A2-BEC6-C66A939BE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5433" y="1301287"/>
              <a:ext cx="926340" cy="957430"/>
            </a:xfrm>
            <a:prstGeom prst="rect">
              <a:avLst/>
            </a:prstGeom>
          </p:spPr>
        </p:pic>
        <p:pic>
          <p:nvPicPr>
            <p:cNvPr id="72" name="Grafik 71">
              <a:extLst>
                <a:ext uri="{FF2B5EF4-FFF2-40B4-BE49-F238E27FC236}">
                  <a16:creationId xmlns:a16="http://schemas.microsoft.com/office/drawing/2014/main" id="{422EE592-241D-4F02-8BF9-D181780D0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7559" y="1663327"/>
              <a:ext cx="496934" cy="513612"/>
            </a:xfrm>
            <a:prstGeom prst="rect">
              <a:avLst/>
            </a:prstGeom>
          </p:spPr>
        </p:pic>
      </p:grpSp>
      <p:sp>
        <p:nvSpPr>
          <p:cNvPr id="99" name="Rechteck: abgerundete Ecken 98">
            <a:extLst>
              <a:ext uri="{FF2B5EF4-FFF2-40B4-BE49-F238E27FC236}">
                <a16:creationId xmlns:a16="http://schemas.microsoft.com/office/drawing/2014/main" id="{C40587F3-FB08-4311-A205-85AF672C9347}"/>
              </a:ext>
            </a:extLst>
          </p:cNvPr>
          <p:cNvSpPr/>
          <p:nvPr/>
        </p:nvSpPr>
        <p:spPr>
          <a:xfrm>
            <a:off x="6881404" y="457200"/>
            <a:ext cx="2081832" cy="594359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E092C4C-4AC9-417B-89C1-AB0BBD4047A1}"/>
              </a:ext>
            </a:extLst>
          </p:cNvPr>
          <p:cNvSpPr txBox="1"/>
          <p:nvPr/>
        </p:nvSpPr>
        <p:spPr>
          <a:xfrm>
            <a:off x="7135618" y="712592"/>
            <a:ext cx="1489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UFTPD Server</a:t>
            </a:r>
            <a:endParaRPr lang="en-GB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F37F80B-00B6-43FC-B00D-42A817E173EA}"/>
              </a:ext>
            </a:extLst>
          </p:cNvPr>
          <p:cNvSpPr/>
          <p:nvPr/>
        </p:nvSpPr>
        <p:spPr>
          <a:xfrm>
            <a:off x="6772427" y="1597815"/>
            <a:ext cx="288000" cy="180000"/>
          </a:xfrm>
          <a:prstGeom prst="rect">
            <a:avLst/>
          </a:prstGeom>
          <a:solidFill>
            <a:srgbClr val="009AD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A2CF124-8B16-4213-8943-707C6C61D000}"/>
              </a:ext>
            </a:extLst>
          </p:cNvPr>
          <p:cNvSpPr/>
          <p:nvPr/>
        </p:nvSpPr>
        <p:spPr>
          <a:xfrm>
            <a:off x="6766164" y="3949110"/>
            <a:ext cx="288000" cy="180000"/>
          </a:xfrm>
          <a:prstGeom prst="rect">
            <a:avLst/>
          </a:prstGeom>
          <a:solidFill>
            <a:srgbClr val="0070C0"/>
          </a:solidFill>
          <a:ln w="222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CDC7DB5-5914-49C2-B017-83EFC50ABCEF}"/>
              </a:ext>
            </a:extLst>
          </p:cNvPr>
          <p:cNvSpPr/>
          <p:nvPr/>
        </p:nvSpPr>
        <p:spPr>
          <a:xfrm>
            <a:off x="6696640" y="5316338"/>
            <a:ext cx="288000" cy="180000"/>
          </a:xfrm>
          <a:prstGeom prst="rect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4033F9D3-DC4E-4BBE-A5F0-2197F1A5B39E}"/>
              </a:ext>
            </a:extLst>
          </p:cNvPr>
          <p:cNvSpPr/>
          <p:nvPr/>
        </p:nvSpPr>
        <p:spPr>
          <a:xfrm>
            <a:off x="6750804" y="5409814"/>
            <a:ext cx="288000" cy="180000"/>
          </a:xfrm>
          <a:prstGeom prst="rect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561E461A-BF9F-402B-B58F-4E2970C240A5}"/>
              </a:ext>
            </a:extLst>
          </p:cNvPr>
          <p:cNvSpPr/>
          <p:nvPr/>
        </p:nvSpPr>
        <p:spPr>
          <a:xfrm>
            <a:off x="6816108" y="5512827"/>
            <a:ext cx="288000" cy="180000"/>
          </a:xfrm>
          <a:prstGeom prst="rect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628665A9-6B92-45BF-B501-3E63E2BD6C25}"/>
              </a:ext>
            </a:extLst>
          </p:cNvPr>
          <p:cNvSpPr txBox="1"/>
          <p:nvPr/>
        </p:nvSpPr>
        <p:spPr>
          <a:xfrm>
            <a:off x="7108845" y="5259189"/>
            <a:ext cx="1373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pPr algn="l"/>
            <a:r>
              <a:rPr lang="de-DE" sz="1400" b="1" dirty="0"/>
              <a:t>Data </a:t>
            </a:r>
            <a:r>
              <a:rPr lang="de-DE" sz="1400" b="1" dirty="0" err="1"/>
              <a:t>ports</a:t>
            </a:r>
            <a:endParaRPr lang="de-DE" sz="1400" b="1" dirty="0"/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31470ACF-55D1-436D-BEA0-5B2184EE9B54}"/>
              </a:ext>
            </a:extLst>
          </p:cNvPr>
          <p:cNvSpPr txBox="1"/>
          <p:nvPr/>
        </p:nvSpPr>
        <p:spPr>
          <a:xfrm>
            <a:off x="7094722" y="5479194"/>
            <a:ext cx="2040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/>
          </a:lstStyle>
          <a:p>
            <a:pPr algn="l"/>
            <a:r>
              <a:rPr lang="de-DE" sz="1400" i="1" dirty="0"/>
              <a:t>(</a:t>
            </a:r>
            <a:r>
              <a:rPr lang="de-DE" sz="1200" i="1" dirty="0" err="1"/>
              <a:t>dynamic</a:t>
            </a:r>
            <a:r>
              <a:rPr lang="de-DE" sz="1200" i="1" dirty="0"/>
              <a:t> </a:t>
            </a:r>
            <a:r>
              <a:rPr lang="de-DE" sz="1200" i="1" dirty="0" err="1"/>
              <a:t>or</a:t>
            </a:r>
            <a:r>
              <a:rPr lang="de-DE" sz="1200" i="1" dirty="0"/>
              <a:t> </a:t>
            </a:r>
            <a:r>
              <a:rPr lang="de-DE" sz="1200" i="1" dirty="0" err="1"/>
              <a:t>fixed</a:t>
            </a:r>
            <a:r>
              <a:rPr lang="de-DE" sz="1200" i="1" dirty="0"/>
              <a:t> </a:t>
            </a:r>
            <a:r>
              <a:rPr lang="de-DE" sz="1200" i="1" dirty="0" err="1"/>
              <a:t>range</a:t>
            </a:r>
            <a:r>
              <a:rPr lang="de-DE" sz="1400" i="1" dirty="0"/>
              <a:t>)</a:t>
            </a:r>
            <a:endParaRPr lang="en-GB" sz="1600" i="1" dirty="0"/>
          </a:p>
        </p:txBody>
      </p:sp>
      <p:pic>
        <p:nvPicPr>
          <p:cNvPr id="123" name="Grafik 122">
            <a:extLst>
              <a:ext uri="{FF2B5EF4-FFF2-40B4-BE49-F238E27FC236}">
                <a16:creationId xmlns:a16="http://schemas.microsoft.com/office/drawing/2014/main" id="{5F608270-20C0-4C3D-912A-FE42750A8E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109" y="2326527"/>
            <a:ext cx="699532" cy="10202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B354CF3-9F23-4FDD-A1F6-1DA43EB81531}"/>
              </a:ext>
            </a:extLst>
          </p:cNvPr>
          <p:cNvSpPr txBox="1"/>
          <p:nvPr/>
        </p:nvSpPr>
        <p:spPr>
          <a:xfrm>
            <a:off x="1756150" y="1821390"/>
            <a:ext cx="894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i="1" dirty="0"/>
              <a:t>(</a:t>
            </a:r>
            <a:r>
              <a:rPr lang="de-DE" sz="1100" i="1" dirty="0" err="1"/>
              <a:t>username</a:t>
            </a:r>
            <a:r>
              <a:rPr lang="de-DE" sz="1100" i="1" dirty="0"/>
              <a:t> + </a:t>
            </a:r>
            <a:br>
              <a:rPr lang="de-DE" sz="1100" i="1" dirty="0"/>
            </a:br>
            <a:r>
              <a:rPr lang="de-DE" sz="1100" i="1" dirty="0" err="1"/>
              <a:t>password</a:t>
            </a:r>
            <a:r>
              <a:rPr lang="de-DE" sz="1100" i="1" dirty="0"/>
              <a:t>)</a:t>
            </a:r>
            <a:endParaRPr lang="en-GB" sz="1100" i="1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AECF1D1C-A345-4401-A4DD-555EA94B4EFA}"/>
              </a:ext>
            </a:extLst>
          </p:cNvPr>
          <p:cNvSpPr txBox="1"/>
          <p:nvPr/>
        </p:nvSpPr>
        <p:spPr>
          <a:xfrm>
            <a:off x="5142979" y="1215935"/>
            <a:ext cx="16987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i="1" dirty="0" err="1">
                <a:solidFill>
                  <a:srgbClr val="0070C0"/>
                </a:solidFill>
              </a:rPr>
              <a:t>Prepare</a:t>
            </a:r>
            <a:r>
              <a:rPr lang="de-DE" sz="1400" b="1" i="1" dirty="0">
                <a:solidFill>
                  <a:srgbClr val="0070C0"/>
                </a:solidFill>
              </a:rPr>
              <a:t> FTP </a:t>
            </a:r>
            <a:r>
              <a:rPr lang="de-DE" sz="1400" b="1" i="1" dirty="0" err="1">
                <a:solidFill>
                  <a:srgbClr val="0070C0"/>
                </a:solidFill>
              </a:rPr>
              <a:t>session</a:t>
            </a:r>
            <a:r>
              <a:rPr lang="de-DE" sz="1400" b="1" i="1" dirty="0">
                <a:solidFill>
                  <a:srgbClr val="0070C0"/>
                </a:solidFill>
              </a:rPr>
              <a:t> </a:t>
            </a:r>
            <a:endParaRPr lang="en-GB" sz="1400" b="1" i="1" dirty="0">
              <a:solidFill>
                <a:srgbClr val="0070C0"/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F21398CE-8541-471B-8D1F-8282D4FEBD32}"/>
              </a:ext>
            </a:extLst>
          </p:cNvPr>
          <p:cNvSpPr txBox="1"/>
          <p:nvPr/>
        </p:nvSpPr>
        <p:spPr>
          <a:xfrm>
            <a:off x="5287652" y="1840558"/>
            <a:ext cx="13195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100" i="1" dirty="0"/>
              <a:t>(</a:t>
            </a:r>
            <a:r>
              <a:rPr lang="de-DE" sz="1100" i="1" dirty="0" err="1"/>
              <a:t>local</a:t>
            </a:r>
            <a:r>
              <a:rPr lang="de-DE" sz="1100" i="1" dirty="0"/>
              <a:t> </a:t>
            </a:r>
            <a:r>
              <a:rPr lang="de-DE" sz="1100" i="1" dirty="0" err="1"/>
              <a:t>username</a:t>
            </a:r>
            <a:r>
              <a:rPr lang="de-DE" sz="1100" i="1" dirty="0"/>
              <a:t> +</a:t>
            </a:r>
            <a:br>
              <a:rPr lang="de-DE" sz="1100" i="1" dirty="0"/>
            </a:br>
            <a:r>
              <a:rPr lang="de-DE" sz="1100" i="1" dirty="0" err="1"/>
              <a:t>one</a:t>
            </a:r>
            <a:r>
              <a:rPr lang="de-DE" sz="1100" i="1" dirty="0"/>
              <a:t>-time </a:t>
            </a:r>
            <a:r>
              <a:rPr lang="de-DE" sz="1100" i="1" dirty="0" err="1"/>
              <a:t>password</a:t>
            </a:r>
            <a:r>
              <a:rPr lang="de-DE" sz="1100" i="1" dirty="0"/>
              <a:t>)</a:t>
            </a:r>
            <a:endParaRPr lang="en-GB" sz="1100" i="1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49613CA5-FFF9-4495-9CCF-0FA24873BD0E}"/>
              </a:ext>
            </a:extLst>
          </p:cNvPr>
          <p:cNvSpPr txBox="1"/>
          <p:nvPr/>
        </p:nvSpPr>
        <p:spPr>
          <a:xfrm>
            <a:off x="3509186" y="4165083"/>
            <a:ext cx="1362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i="1" dirty="0"/>
              <a:t>(</a:t>
            </a:r>
            <a:r>
              <a:rPr lang="de-DE" sz="1100" i="1" dirty="0" err="1"/>
              <a:t>one</a:t>
            </a:r>
            <a:r>
              <a:rPr lang="de-DE" sz="1100" i="1" dirty="0"/>
              <a:t>-time </a:t>
            </a:r>
            <a:r>
              <a:rPr lang="de-DE" sz="1100" i="1" dirty="0" err="1"/>
              <a:t>password</a:t>
            </a:r>
            <a:r>
              <a:rPr lang="de-DE" sz="1100" i="1" dirty="0"/>
              <a:t>)</a:t>
            </a:r>
            <a:endParaRPr lang="en-GB" sz="1100" i="1" dirty="0"/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EDA49B51-AA97-4B64-9D72-C8D8B3A6DC44}"/>
              </a:ext>
            </a:extLst>
          </p:cNvPr>
          <p:cNvSpPr/>
          <p:nvPr/>
        </p:nvSpPr>
        <p:spPr>
          <a:xfrm>
            <a:off x="4036525" y="3881095"/>
            <a:ext cx="295324" cy="31021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3</a:t>
            </a:r>
            <a:endParaRPr lang="en-GB" sz="1600" b="1" dirty="0"/>
          </a:p>
        </p:txBody>
      </p:sp>
      <p:cxnSp>
        <p:nvCxnSpPr>
          <p:cNvPr id="69" name="Verbinder: gewinkelt 68">
            <a:extLst>
              <a:ext uri="{FF2B5EF4-FFF2-40B4-BE49-F238E27FC236}">
                <a16:creationId xmlns:a16="http://schemas.microsoft.com/office/drawing/2014/main" id="{13A89900-6C54-43E0-B77F-5E8E641DFEB1}"/>
              </a:ext>
            </a:extLst>
          </p:cNvPr>
          <p:cNvCxnSpPr>
            <a:cxnSpLocks/>
            <a:stCxn id="100" idx="2"/>
            <a:endCxn id="46" idx="1"/>
          </p:cNvCxnSpPr>
          <p:nvPr/>
        </p:nvCxnSpPr>
        <p:spPr>
          <a:xfrm rot="16200000" flipH="1">
            <a:off x="3676328" y="2425338"/>
            <a:ext cx="652242" cy="5496709"/>
          </a:xfrm>
          <a:prstGeom prst="bentConnector2">
            <a:avLst/>
          </a:prstGeom>
          <a:ln w="25400">
            <a:solidFill>
              <a:srgbClr val="008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Verbinder: gewinkelt 63">
            <a:extLst>
              <a:ext uri="{FF2B5EF4-FFF2-40B4-BE49-F238E27FC236}">
                <a16:creationId xmlns:a16="http://schemas.microsoft.com/office/drawing/2014/main" id="{99DD88C5-5E3E-4BED-8770-62504DFD3897}"/>
              </a:ext>
            </a:extLst>
          </p:cNvPr>
          <p:cNvCxnSpPr>
            <a:cxnSpLocks/>
            <a:stCxn id="100" idx="2"/>
            <a:endCxn id="47" idx="1"/>
          </p:cNvCxnSpPr>
          <p:nvPr/>
        </p:nvCxnSpPr>
        <p:spPr>
          <a:xfrm rot="16200000" flipH="1">
            <a:off x="3657474" y="2444192"/>
            <a:ext cx="755255" cy="5562013"/>
          </a:xfrm>
          <a:prstGeom prst="bentConnector2">
            <a:avLst/>
          </a:prstGeom>
          <a:ln w="25400">
            <a:solidFill>
              <a:srgbClr val="008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Verbinder: gewinkelt 76">
            <a:extLst>
              <a:ext uri="{FF2B5EF4-FFF2-40B4-BE49-F238E27FC236}">
                <a16:creationId xmlns:a16="http://schemas.microsoft.com/office/drawing/2014/main" id="{FEC80A63-7673-4C45-B972-849E88BBE10A}"/>
              </a:ext>
            </a:extLst>
          </p:cNvPr>
          <p:cNvCxnSpPr>
            <a:cxnSpLocks/>
            <a:stCxn id="100" idx="2"/>
            <a:endCxn id="45" idx="1"/>
          </p:cNvCxnSpPr>
          <p:nvPr/>
        </p:nvCxnSpPr>
        <p:spPr>
          <a:xfrm rot="16200000" flipH="1">
            <a:off x="3695984" y="2405682"/>
            <a:ext cx="558766" cy="5442545"/>
          </a:xfrm>
          <a:prstGeom prst="bentConnector2">
            <a:avLst/>
          </a:prstGeom>
          <a:ln w="25400">
            <a:solidFill>
              <a:srgbClr val="008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Ellipse 95">
            <a:extLst>
              <a:ext uri="{FF2B5EF4-FFF2-40B4-BE49-F238E27FC236}">
                <a16:creationId xmlns:a16="http://schemas.microsoft.com/office/drawing/2014/main" id="{94ED6BBD-B25A-42AA-9367-3C6FEAA6EEF8}"/>
              </a:ext>
            </a:extLst>
          </p:cNvPr>
          <p:cNvSpPr/>
          <p:nvPr/>
        </p:nvSpPr>
        <p:spPr>
          <a:xfrm>
            <a:off x="4019789" y="5351921"/>
            <a:ext cx="295324" cy="31021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4</a:t>
            </a:r>
            <a:endParaRPr lang="en-GB" sz="1600" b="1" dirty="0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E04BBB39-2302-4A83-A3C0-BDADBFD902D5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5071941" y="1673951"/>
            <a:ext cx="1700486" cy="13864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llipse 88">
            <a:extLst>
              <a:ext uri="{FF2B5EF4-FFF2-40B4-BE49-F238E27FC236}">
                <a16:creationId xmlns:a16="http://schemas.microsoft.com/office/drawing/2014/main" id="{22919522-1D63-46DD-B3F2-C4C5B2C4C51F}"/>
              </a:ext>
            </a:extLst>
          </p:cNvPr>
          <p:cNvSpPr/>
          <p:nvPr/>
        </p:nvSpPr>
        <p:spPr>
          <a:xfrm>
            <a:off x="5814422" y="1516139"/>
            <a:ext cx="295324" cy="310219"/>
          </a:xfrm>
          <a:prstGeom prst="ellipse">
            <a:avLst/>
          </a:prstGeom>
          <a:solidFill>
            <a:srgbClr val="009A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2</a:t>
            </a:r>
            <a:endParaRPr lang="en-GB" sz="1600" b="1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659B9A2-10A8-4123-86DC-49A1ACD3199C}"/>
              </a:ext>
            </a:extLst>
          </p:cNvPr>
          <p:cNvGrpSpPr/>
          <p:nvPr/>
        </p:nvGrpSpPr>
        <p:grpSpPr>
          <a:xfrm>
            <a:off x="7118266" y="3793587"/>
            <a:ext cx="998937" cy="534180"/>
            <a:chOff x="7073441" y="3874272"/>
            <a:chExt cx="998937" cy="534180"/>
          </a:xfrm>
        </p:grpSpPr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FC978FC2-35B3-4F1D-95B3-319D19302808}"/>
                </a:ext>
              </a:extLst>
            </p:cNvPr>
            <p:cNvSpPr txBox="1"/>
            <p:nvPr/>
          </p:nvSpPr>
          <p:spPr>
            <a:xfrm>
              <a:off x="7076574" y="3874272"/>
              <a:ext cx="9803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/>
            </a:lstStyle>
            <a:p>
              <a:pPr algn="l"/>
              <a:r>
                <a:rPr lang="de-DE" sz="1400" b="1" dirty="0"/>
                <a:t>Listen </a:t>
              </a:r>
              <a:r>
                <a:rPr lang="de-DE" sz="1400" b="1" dirty="0" err="1"/>
                <a:t>port</a:t>
              </a:r>
              <a:endParaRPr lang="en-GB" sz="1400" b="1" dirty="0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746E10DE-9CAB-467B-B662-76E86EB3CB7E}"/>
                </a:ext>
              </a:extLst>
            </p:cNvPr>
            <p:cNvSpPr txBox="1"/>
            <p:nvPr/>
          </p:nvSpPr>
          <p:spPr>
            <a:xfrm>
              <a:off x="7073441" y="4100675"/>
              <a:ext cx="998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de-DE" sz="1400" i="1" dirty="0"/>
                <a:t>(</a:t>
              </a:r>
              <a:r>
                <a:rPr lang="de-DE" sz="1200" i="1" dirty="0"/>
                <a:t>64434</a:t>
              </a:r>
              <a:r>
                <a:rPr lang="de-DE" sz="1400" i="1" dirty="0"/>
                <a:t>)</a:t>
              </a:r>
              <a:endParaRPr lang="en-GB" sz="1600" i="1" dirty="0"/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DD91F54-5820-41DF-8208-F3AE3283D91E}"/>
              </a:ext>
            </a:extLst>
          </p:cNvPr>
          <p:cNvGrpSpPr/>
          <p:nvPr/>
        </p:nvGrpSpPr>
        <p:grpSpPr>
          <a:xfrm>
            <a:off x="7078811" y="1429184"/>
            <a:ext cx="1306768" cy="526483"/>
            <a:chOff x="7078811" y="1527799"/>
            <a:chExt cx="1306768" cy="526483"/>
          </a:xfrm>
        </p:grpSpPr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D5D798D5-8C66-432F-9176-7A715B9C0170}"/>
                </a:ext>
              </a:extLst>
            </p:cNvPr>
            <p:cNvSpPr txBox="1"/>
            <p:nvPr/>
          </p:nvSpPr>
          <p:spPr>
            <a:xfrm>
              <a:off x="7078811" y="1527799"/>
              <a:ext cx="13067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b="1" dirty="0"/>
                <a:t>Command </a:t>
              </a:r>
              <a:r>
                <a:rPr lang="de-DE" sz="1400" b="1" dirty="0" err="1"/>
                <a:t>port</a:t>
              </a:r>
              <a:endParaRPr lang="en-GB" sz="1400" dirty="0"/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DC453651-1C11-4A41-A88D-51D242C07A46}"/>
                </a:ext>
              </a:extLst>
            </p:cNvPr>
            <p:cNvSpPr txBox="1"/>
            <p:nvPr/>
          </p:nvSpPr>
          <p:spPr>
            <a:xfrm>
              <a:off x="7359275" y="1746505"/>
              <a:ext cx="6995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de-DE" sz="1400" i="1" dirty="0"/>
                <a:t>(</a:t>
              </a:r>
              <a:r>
                <a:rPr lang="de-DE" sz="1200" i="1" dirty="0"/>
                <a:t>64435</a:t>
              </a:r>
              <a:r>
                <a:rPr lang="de-DE" sz="1400" i="1" dirty="0"/>
                <a:t>)</a:t>
              </a:r>
              <a:endParaRPr lang="en-GB" sz="1600" i="1" dirty="0"/>
            </a:p>
          </p:txBody>
        </p: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37633738-1586-4146-B162-BCF218A3B8B1}"/>
              </a:ext>
            </a:extLst>
          </p:cNvPr>
          <p:cNvSpPr/>
          <p:nvPr/>
        </p:nvSpPr>
        <p:spPr>
          <a:xfrm>
            <a:off x="3196253" y="1585508"/>
            <a:ext cx="288000" cy="180000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A985729-809F-4817-9DC3-7C3CD8298F76}"/>
              </a:ext>
            </a:extLst>
          </p:cNvPr>
          <p:cNvGrpSpPr/>
          <p:nvPr/>
        </p:nvGrpSpPr>
        <p:grpSpPr>
          <a:xfrm>
            <a:off x="3134068" y="1449339"/>
            <a:ext cx="1233366" cy="499246"/>
            <a:chOff x="3134068" y="1494164"/>
            <a:chExt cx="1233366" cy="499246"/>
          </a:xfrm>
        </p:grpSpPr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6D3BDD77-1D8F-41B5-B177-55EA84734BF7}"/>
                </a:ext>
              </a:extLst>
            </p:cNvPr>
            <p:cNvSpPr txBox="1"/>
            <p:nvPr/>
          </p:nvSpPr>
          <p:spPr>
            <a:xfrm>
              <a:off x="3134068" y="1716411"/>
              <a:ext cx="12333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de-DE" sz="1200" i="1" dirty="0"/>
                <a:t>(9000)</a:t>
              </a:r>
              <a:endParaRPr lang="en-GB" sz="1600" dirty="0"/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D123356D-692E-4AEC-A589-A04B3771E8B9}"/>
                </a:ext>
              </a:extLst>
            </p:cNvPr>
            <p:cNvSpPr txBox="1"/>
            <p:nvPr/>
          </p:nvSpPr>
          <p:spPr>
            <a:xfrm>
              <a:off x="3500362" y="1494164"/>
              <a:ext cx="5007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b="1" dirty="0"/>
                <a:t>Port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8809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</Words>
  <Application>Microsoft Office PowerPoint</Application>
  <PresentationFormat>Bildschirmpräsentation (4:3)</PresentationFormat>
  <Paragraphs>22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Valentina Huber</dc:creator>
  <cp:lastModifiedBy>Valentina Huber</cp:lastModifiedBy>
  <cp:revision>52</cp:revision>
  <dcterms:created xsi:type="dcterms:W3CDTF">2026-08-05T11:08:07Z</dcterms:created>
  <dcterms:modified xsi:type="dcterms:W3CDTF">2026-10-14T09:22:15Z</dcterms:modified>
</cp:coreProperties>
</file>