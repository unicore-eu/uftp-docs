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8C5F"/>
    <a:srgbClr val="285CAA"/>
    <a:srgbClr val="6C489B"/>
    <a:srgbClr val="DFDF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5" d="100"/>
          <a:sy n="145" d="100"/>
        </p:scale>
        <p:origin x="138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DA450B-71D4-434C-95C7-25BB7098337D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F557F7-279B-4C34-BF56-9F38EB4210D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0900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F557F7-279B-4C34-BF56-9F38EB4210D2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90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424930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rPr sz="2000" dirty="0"/>
              <a:t>UFTP Test Installation</a:t>
            </a:r>
            <a:r>
              <a:rPr lang="de-DE" sz="2000" dirty="0"/>
              <a:t>: Authentication</a:t>
            </a:r>
            <a:endParaRPr sz="2000" dirty="0"/>
          </a:p>
        </p:txBody>
      </p:sp>
      <p:sp>
        <p:nvSpPr>
          <p:cNvPr id="3" name="Rounded Rectangle 2"/>
          <p:cNvSpPr/>
          <p:nvPr/>
        </p:nvSpPr>
        <p:spPr>
          <a:xfrm>
            <a:off x="916812" y="864690"/>
            <a:ext cx="1369188" cy="411480"/>
          </a:xfrm>
          <a:prstGeom prst="roundRect">
            <a:avLst/>
          </a:prstGeom>
          <a:solidFill>
            <a:srgbClr val="285CAA"/>
          </a:solidFill>
          <a:ln>
            <a:solidFill>
              <a:srgbClr val="285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UFTP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32097" y="1801824"/>
            <a:ext cx="1645920" cy="411480"/>
          </a:xfrm>
          <a:prstGeom prst="roundRect">
            <a:avLst/>
          </a:prstGeom>
          <a:solidFill>
            <a:srgbClr val="4C8C5F"/>
          </a:solidFill>
          <a:ln>
            <a:solidFill>
              <a:srgbClr val="4C8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Auth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864690"/>
            <a:ext cx="1645920" cy="411480"/>
          </a:xfrm>
          <a:prstGeom prst="roundRect">
            <a:avLst/>
          </a:prstGeom>
          <a:solidFill>
            <a:srgbClr val="6C489B"/>
          </a:solidFill>
          <a:ln>
            <a:solidFill>
              <a:srgbClr val="6C48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sz="1600" dirty="0"/>
              <a:t>UFTPD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7989" y="2389097"/>
            <a:ext cx="1562965" cy="875241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/>
            </a:pPr>
            <a:endParaRPr dirty="0">
              <a:solidFill>
                <a:srgbClr val="002060"/>
              </a:solidFill>
            </a:endParaRPr>
          </a:p>
          <a:p>
            <a:pPr algn="ctr">
              <a:defRPr sz="1400"/>
            </a:pPr>
            <a:r>
              <a:rPr sz="1200" dirty="0">
                <a:solidFill>
                  <a:srgbClr val="002060"/>
                </a:solidFill>
              </a:rPr>
              <a:t>• username</a:t>
            </a:r>
          </a:p>
          <a:p>
            <a:pPr algn="ctr">
              <a:defRPr sz="1400"/>
            </a:pPr>
            <a:r>
              <a:rPr sz="1200" dirty="0">
                <a:solidFill>
                  <a:srgbClr val="002060"/>
                </a:solidFill>
              </a:rPr>
              <a:t>• password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74006" y="3433605"/>
            <a:ext cx="2838587" cy="1261115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br>
              <a:rPr lang="en-GB" dirty="0">
                <a:solidFill>
                  <a:srgbClr val="002060"/>
                </a:solidFill>
              </a:rPr>
            </a:br>
            <a:r>
              <a:rPr lang="en-GB" sz="1200" dirty="0">
                <a:solidFill>
                  <a:srgbClr val="002060"/>
                </a:solidFill>
              </a:rPr>
              <a:t>• auth.p12 (server certificate)</a:t>
            </a:r>
          </a:p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</a:t>
            </a:r>
            <a:r>
              <a:rPr lang="en-GB" sz="1200" dirty="0" err="1">
                <a:solidFill>
                  <a:srgbClr val="002060"/>
                </a:solidFill>
              </a:rPr>
              <a:t>cacert.pem</a:t>
            </a:r>
            <a:r>
              <a:rPr lang="en-GB" sz="1200" dirty="0">
                <a:solidFill>
                  <a:srgbClr val="002060"/>
                </a:solidFill>
              </a:rPr>
              <a:t> (self-signed CA certificate)</a:t>
            </a:r>
          </a:p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user-authfile.txt (</a:t>
            </a:r>
            <a:r>
              <a:rPr lang="en-GB" sz="1200" dirty="0" err="1">
                <a:solidFill>
                  <a:srgbClr val="002060"/>
                </a:solidFill>
              </a:rPr>
              <a:t>username:password</a:t>
            </a:r>
            <a:r>
              <a:rPr lang="en-GB" sz="1200" dirty="0">
                <a:solidFill>
                  <a:srgbClr val="002060"/>
                </a:solidFill>
              </a:rPr>
              <a:t>)</a:t>
            </a:r>
          </a:p>
          <a:p>
            <a:pPr>
              <a:defRPr sz="1400"/>
            </a:pPr>
            <a:r>
              <a:rPr lang="en-GB" sz="1200" dirty="0">
                <a:solidFill>
                  <a:srgbClr val="002060"/>
                </a:solidFill>
              </a:rPr>
              <a:t>• user-</a:t>
            </a:r>
            <a:r>
              <a:rPr lang="en-GB" sz="1200" dirty="0" err="1">
                <a:solidFill>
                  <a:srgbClr val="002060"/>
                </a:solidFill>
              </a:rPr>
              <a:t>mapfile.json</a:t>
            </a:r>
            <a:r>
              <a:rPr lang="en-GB" sz="1200" dirty="0">
                <a:solidFill>
                  <a:srgbClr val="002060"/>
                </a:solidFill>
              </a:rPr>
              <a:t> (user mapping)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46502" y="2828368"/>
            <a:ext cx="2409632" cy="89718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endParaRPr lang="de-DE" sz="1200" dirty="0">
              <a:solidFill>
                <a:srgbClr val="002060"/>
              </a:solidFill>
            </a:endParaRP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</a:t>
            </a:r>
            <a:r>
              <a:rPr sz="1200" dirty="0" err="1">
                <a:solidFill>
                  <a:srgbClr val="002060"/>
                </a:solidFill>
              </a:rPr>
              <a:t>uftpd.pem</a:t>
            </a:r>
            <a:r>
              <a:rPr lang="de-DE" sz="1200" dirty="0">
                <a:solidFill>
                  <a:srgbClr val="002060"/>
                </a:solidFill>
              </a:rPr>
              <a:t> (</a:t>
            </a:r>
            <a:r>
              <a:rPr lang="de-DE" sz="1200" dirty="0" err="1">
                <a:solidFill>
                  <a:srgbClr val="002060"/>
                </a:solidFill>
              </a:rPr>
              <a:t>server</a:t>
            </a:r>
            <a:r>
              <a:rPr lang="de-DE" sz="1200" dirty="0">
                <a:solidFill>
                  <a:srgbClr val="002060"/>
                </a:solidFill>
              </a:rPr>
              <a:t> </a:t>
            </a:r>
            <a:r>
              <a:rPr lang="de-DE" sz="1200" dirty="0" err="1">
                <a:solidFill>
                  <a:srgbClr val="002060"/>
                </a:solidFill>
              </a:rPr>
              <a:t>certificate</a:t>
            </a:r>
            <a:r>
              <a:rPr lang="de-DE" sz="1200" dirty="0">
                <a:solidFill>
                  <a:srgbClr val="002060"/>
                </a:solidFill>
              </a:rPr>
              <a:t>)</a:t>
            </a:r>
            <a:endParaRPr sz="1200" dirty="0">
              <a:solidFill>
                <a:srgbClr val="002060"/>
              </a:solidFill>
            </a:endParaRPr>
          </a:p>
          <a:p>
            <a:pPr>
              <a:defRPr sz="1400"/>
            </a:pPr>
            <a:r>
              <a:rPr sz="1200" dirty="0">
                <a:solidFill>
                  <a:srgbClr val="002060"/>
                </a:solidFill>
              </a:rPr>
              <a:t>• </a:t>
            </a:r>
            <a:r>
              <a:rPr sz="1200" dirty="0" err="1">
                <a:solidFill>
                  <a:srgbClr val="002060"/>
                </a:solidFill>
              </a:rPr>
              <a:t>cacert.pem</a:t>
            </a:r>
            <a:r>
              <a:rPr lang="de-DE" sz="1200" dirty="0">
                <a:solidFill>
                  <a:srgbClr val="002060"/>
                </a:solidFill>
              </a:rPr>
              <a:t> (</a:t>
            </a:r>
            <a:r>
              <a:rPr lang="de-DE" sz="1200" dirty="0" err="1">
                <a:solidFill>
                  <a:srgbClr val="002060"/>
                </a:solidFill>
              </a:rPr>
              <a:t>self-signed</a:t>
            </a:r>
            <a:r>
              <a:rPr lang="de-DE" sz="1200" dirty="0">
                <a:solidFill>
                  <a:srgbClr val="002060"/>
                </a:solidFill>
              </a:rPr>
              <a:t> CA </a:t>
            </a:r>
            <a:r>
              <a:rPr lang="de-DE" sz="1200" dirty="0" err="1">
                <a:solidFill>
                  <a:srgbClr val="002060"/>
                </a:solidFill>
              </a:rPr>
              <a:t>cert</a:t>
            </a:r>
            <a:r>
              <a:rPr lang="de-DE" sz="1200" dirty="0">
                <a:solidFill>
                  <a:srgbClr val="002060"/>
                </a:solidFill>
              </a:rPr>
              <a:t>)</a:t>
            </a:r>
            <a:endParaRPr sz="1200" dirty="0">
              <a:solidFill>
                <a:srgbClr val="002060"/>
              </a:solidFill>
            </a:endParaRPr>
          </a:p>
        </p:txBody>
      </p:sp>
      <p:cxnSp>
        <p:nvCxnSpPr>
          <p:cNvPr id="9" name="Connector 8"/>
          <p:cNvCxnSpPr>
            <a:cxnSpLocks/>
            <a:endCxn id="182" idx="1"/>
          </p:cNvCxnSpPr>
          <p:nvPr/>
        </p:nvCxnSpPr>
        <p:spPr>
          <a:xfrm>
            <a:off x="2143518" y="1872954"/>
            <a:ext cx="3116934" cy="949450"/>
          </a:xfrm>
          <a:prstGeom prst="line">
            <a:avLst/>
          </a:prstGeom>
          <a:ln>
            <a:solidFill>
              <a:srgbClr val="285CAA"/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</p:cNvCxnSpPr>
          <p:nvPr/>
        </p:nvCxnSpPr>
        <p:spPr>
          <a:xfrm flipV="1">
            <a:off x="6351447" y="2159207"/>
            <a:ext cx="3373731" cy="649966"/>
          </a:xfrm>
          <a:prstGeom prst="line">
            <a:avLst/>
          </a:prstGeom>
          <a:ln>
            <a:solidFill>
              <a:schemeClr val="accent3">
                <a:lumMod val="75000"/>
              </a:schemeClr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8361138"/>
              </p:ext>
            </p:extLst>
          </p:nvPr>
        </p:nvGraphicFramePr>
        <p:xfrm>
          <a:off x="1520560" y="4968922"/>
          <a:ext cx="8986117" cy="170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900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65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31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File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/>
                        <a:t>Location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Purpose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Notes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auth.p12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Certificate of the 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PKCS#12 file with Auth cert und private key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161403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 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cacert.pem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Auth+UFTPD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CA certificate used to sign server certs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Self-signed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861108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user-authfile.txt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User database (username:password)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Text file used by Auth Server for authentication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2164305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user-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mapfile.json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Auth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Maps authenticated user to a local account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JSON file used by Auth Server for authorization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679497"/>
                  </a:ext>
                </a:extLst>
              </a:tr>
              <a:tr h="194310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1200" noProof="0" dirty="0" err="1">
                          <a:solidFill>
                            <a:schemeClr val="tx1"/>
                          </a:solidFill>
                        </a:rPr>
                        <a:t>uftpd.pem</a:t>
                      </a:r>
                      <a:endParaRPr lang="en-US" sz="1200" noProof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>
                          <a:solidFill>
                            <a:schemeClr val="tx1"/>
                          </a:solidFill>
                        </a:rPr>
                        <a:t>UFTPD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Certificate of the UFTPD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solidFill>
                            <a:schemeClr val="tx1"/>
                          </a:solidFill>
                        </a:rPr>
                        <a:t>PEM file with UFTPD cert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BCEC2BD1-3FC2-420B-9A43-B1328520D7F2}"/>
              </a:ext>
            </a:extLst>
          </p:cNvPr>
          <p:cNvSpPr txBox="1"/>
          <p:nvPr/>
        </p:nvSpPr>
        <p:spPr>
          <a:xfrm>
            <a:off x="948543" y="2423558"/>
            <a:ext cx="15848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2060"/>
                </a:solidFill>
              </a:rPr>
              <a:t>Client provides</a:t>
            </a:r>
            <a:endParaRPr lang="en-GB" sz="1400" b="1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5D730B0B-A70D-4C41-84DE-6D53D550A704}"/>
              </a:ext>
            </a:extLst>
          </p:cNvPr>
          <p:cNvSpPr txBox="1"/>
          <p:nvPr/>
        </p:nvSpPr>
        <p:spPr>
          <a:xfrm>
            <a:off x="4706505" y="3494769"/>
            <a:ext cx="15373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/>
            </a:pPr>
            <a:r>
              <a:rPr lang="en-GB" sz="1400" dirty="0">
                <a:solidFill>
                  <a:srgbClr val="002060"/>
                </a:solidFill>
              </a:rPr>
              <a:t>Auth files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75FB834-5BC9-4AD0-93F8-AC07ACC12808}"/>
              </a:ext>
            </a:extLst>
          </p:cNvPr>
          <p:cNvSpPr txBox="1"/>
          <p:nvPr/>
        </p:nvSpPr>
        <p:spPr>
          <a:xfrm>
            <a:off x="9418320" y="2860800"/>
            <a:ext cx="11696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/>
            </a:pPr>
            <a:r>
              <a:rPr lang="en-GB" sz="1400" dirty="0">
                <a:solidFill>
                  <a:srgbClr val="002060"/>
                </a:solidFill>
              </a:rPr>
              <a:t>UFTPD files</a:t>
            </a:r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2422B5E4-E7DE-42EE-B661-3D63FE406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606" y="1433615"/>
            <a:ext cx="981683" cy="725592"/>
          </a:xfrm>
          <a:prstGeom prst="rect">
            <a:avLst/>
          </a:prstGeom>
        </p:spPr>
      </p:pic>
      <p:sp>
        <p:nvSpPr>
          <p:cNvPr id="73" name="Textfeld 72">
            <a:extLst>
              <a:ext uri="{FF2B5EF4-FFF2-40B4-BE49-F238E27FC236}">
                <a16:creationId xmlns:a16="http://schemas.microsoft.com/office/drawing/2014/main" id="{89CCE165-BB2B-4415-9B9D-D27432CA5F5E}"/>
              </a:ext>
            </a:extLst>
          </p:cNvPr>
          <p:cNvSpPr txBox="1"/>
          <p:nvPr/>
        </p:nvSpPr>
        <p:spPr>
          <a:xfrm rot="974215">
            <a:off x="3160498" y="2415987"/>
            <a:ext cx="14398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err="1"/>
              <a:t>username</a:t>
            </a:r>
            <a:r>
              <a:rPr lang="de-DE" sz="1100" dirty="0"/>
              <a:t> + </a:t>
            </a:r>
            <a:r>
              <a:rPr lang="de-DE" sz="1100" dirty="0" err="1"/>
              <a:t>password</a:t>
            </a:r>
            <a:endParaRPr lang="en-GB" sz="1100" dirty="0"/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AAC8CAD0-A50C-48AA-A439-92B15B96D77A}"/>
              </a:ext>
            </a:extLst>
          </p:cNvPr>
          <p:cNvSpPr txBox="1"/>
          <p:nvPr/>
        </p:nvSpPr>
        <p:spPr>
          <a:xfrm rot="20961920">
            <a:off x="6979955" y="2480949"/>
            <a:ext cx="22910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err="1"/>
              <a:t>local</a:t>
            </a:r>
            <a:r>
              <a:rPr lang="de-DE" sz="1100" dirty="0"/>
              <a:t> </a:t>
            </a:r>
            <a:r>
              <a:rPr lang="de-DE" sz="1100" dirty="0" err="1"/>
              <a:t>username</a:t>
            </a:r>
            <a:r>
              <a:rPr lang="de-DE" sz="1100" dirty="0"/>
              <a:t> + </a:t>
            </a:r>
            <a:r>
              <a:rPr lang="de-DE" sz="1100" dirty="0" err="1"/>
              <a:t>one</a:t>
            </a:r>
            <a:r>
              <a:rPr lang="de-DE" sz="1100" dirty="0"/>
              <a:t>-time </a:t>
            </a:r>
            <a:r>
              <a:rPr lang="de-DE" sz="1100" dirty="0" err="1"/>
              <a:t>password</a:t>
            </a:r>
            <a:endParaRPr lang="en-GB" sz="1100" dirty="0"/>
          </a:p>
        </p:txBody>
      </p:sp>
      <p:sp>
        <p:nvSpPr>
          <p:cNvPr id="97" name="Textfeld 96">
            <a:extLst>
              <a:ext uri="{FF2B5EF4-FFF2-40B4-BE49-F238E27FC236}">
                <a16:creationId xmlns:a16="http://schemas.microsoft.com/office/drawing/2014/main" id="{A8E79680-B134-42E3-95D7-525B9B0E08EE}"/>
              </a:ext>
            </a:extLst>
          </p:cNvPr>
          <p:cNvSpPr txBox="1"/>
          <p:nvPr/>
        </p:nvSpPr>
        <p:spPr>
          <a:xfrm rot="1021969">
            <a:off x="3479130" y="2138252"/>
            <a:ext cx="1012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 err="1">
                <a:solidFill>
                  <a:srgbClr val="285CAA"/>
                </a:solidFill>
              </a:rPr>
              <a:t>Authenticate</a:t>
            </a:r>
            <a:endParaRPr lang="en-GB" sz="1200" b="1" dirty="0">
              <a:solidFill>
                <a:srgbClr val="285CAA"/>
              </a:solidFill>
            </a:endParaRP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1BA41951-4211-49A9-9A29-33BDBD4BA8A4}"/>
              </a:ext>
            </a:extLst>
          </p:cNvPr>
          <p:cNvSpPr txBox="1"/>
          <p:nvPr/>
        </p:nvSpPr>
        <p:spPr>
          <a:xfrm rot="20919418">
            <a:off x="7249816" y="2129660"/>
            <a:ext cx="19635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4C8C5F"/>
                </a:solidFill>
              </a:rPr>
              <a:t>Initiate</a:t>
            </a:r>
            <a:r>
              <a:rPr lang="de-DE" sz="1200" b="1" dirty="0">
                <a:solidFill>
                  <a:srgbClr val="4C8C5F"/>
                </a:solidFill>
              </a:rPr>
              <a:t> </a:t>
            </a:r>
            <a:r>
              <a:rPr lang="de-DE" sz="1200" b="1" dirty="0" err="1">
                <a:solidFill>
                  <a:srgbClr val="4C8C5F"/>
                </a:solidFill>
              </a:rPr>
              <a:t>transfer</a:t>
            </a:r>
            <a:r>
              <a:rPr lang="de-DE" sz="1200" b="1" dirty="0">
                <a:solidFill>
                  <a:srgbClr val="4C8C5F"/>
                </a:solidFill>
              </a:rPr>
              <a:t> </a:t>
            </a:r>
            <a:r>
              <a:rPr lang="de-DE" sz="1200" b="1" dirty="0" err="1">
                <a:solidFill>
                  <a:srgbClr val="4C8C5F"/>
                </a:solidFill>
              </a:rPr>
              <a:t>setup</a:t>
            </a:r>
            <a:endParaRPr lang="en-GB" sz="1200" b="1" dirty="0">
              <a:solidFill>
                <a:srgbClr val="4C8C5F"/>
              </a:solidFill>
            </a:endParaRPr>
          </a:p>
        </p:txBody>
      </p:sp>
      <p:cxnSp>
        <p:nvCxnSpPr>
          <p:cNvPr id="105" name="Connector 8">
            <a:extLst>
              <a:ext uri="{FF2B5EF4-FFF2-40B4-BE49-F238E27FC236}">
                <a16:creationId xmlns:a16="http://schemas.microsoft.com/office/drawing/2014/main" id="{0DCB0C93-0BD6-4281-BCBA-D344F1DF880E}"/>
              </a:ext>
            </a:extLst>
          </p:cNvPr>
          <p:cNvCxnSpPr>
            <a:cxnSpLocks/>
          </p:cNvCxnSpPr>
          <p:nvPr/>
        </p:nvCxnSpPr>
        <p:spPr>
          <a:xfrm>
            <a:off x="2369546" y="1058035"/>
            <a:ext cx="6913364" cy="12002"/>
          </a:xfrm>
          <a:prstGeom prst="line">
            <a:avLst/>
          </a:prstGeom>
          <a:ln>
            <a:solidFill>
              <a:srgbClr val="285CAA"/>
            </a:solidFill>
            <a:headEnd type="diamon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704B1283-0B5A-4612-9B44-C85ABFC6CBE8}"/>
              </a:ext>
            </a:extLst>
          </p:cNvPr>
          <p:cNvSpPr txBox="1"/>
          <p:nvPr/>
        </p:nvSpPr>
        <p:spPr>
          <a:xfrm>
            <a:off x="5335047" y="772116"/>
            <a:ext cx="11921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>
                <a:solidFill>
                  <a:srgbClr val="285CAA"/>
                </a:solidFill>
              </a:rPr>
              <a:t>Login + Transfer</a:t>
            </a:r>
            <a:endParaRPr lang="en-GB" sz="1200" b="1" dirty="0">
              <a:solidFill>
                <a:srgbClr val="285CAA"/>
              </a:solidFill>
            </a:endParaRP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E530352D-3927-4618-87A3-8541D08B988A}"/>
              </a:ext>
            </a:extLst>
          </p:cNvPr>
          <p:cNvSpPr txBox="1"/>
          <p:nvPr/>
        </p:nvSpPr>
        <p:spPr>
          <a:xfrm>
            <a:off x="5262069" y="1080154"/>
            <a:ext cx="13691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one</a:t>
            </a:r>
            <a:r>
              <a:rPr lang="de-DE" sz="1100" dirty="0"/>
              <a:t>-time </a:t>
            </a:r>
            <a:r>
              <a:rPr lang="de-DE" sz="1100" dirty="0" err="1"/>
              <a:t>password</a:t>
            </a:r>
            <a:r>
              <a:rPr lang="de-DE" sz="1100" dirty="0"/>
              <a:t> </a:t>
            </a:r>
            <a:endParaRPr lang="en-GB" sz="1100" dirty="0"/>
          </a:p>
        </p:txBody>
      </p:sp>
      <p:sp>
        <p:nvSpPr>
          <p:cNvPr id="143" name="Ellipse 142">
            <a:extLst>
              <a:ext uri="{FF2B5EF4-FFF2-40B4-BE49-F238E27FC236}">
                <a16:creationId xmlns:a16="http://schemas.microsoft.com/office/drawing/2014/main" id="{3A0A6518-2BFB-42D1-A40C-D61C3872DEBE}"/>
              </a:ext>
            </a:extLst>
          </p:cNvPr>
          <p:cNvSpPr/>
          <p:nvPr/>
        </p:nvSpPr>
        <p:spPr>
          <a:xfrm>
            <a:off x="5045253" y="733383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/>
                </a:solidFill>
              </a:rPr>
              <a:t>3</a:t>
            </a:r>
            <a:endParaRPr lang="en-GB" sz="1200" dirty="0">
              <a:solidFill>
                <a:schemeClr val="tx2"/>
              </a:solidFill>
            </a:endParaRPr>
          </a:p>
        </p:txBody>
      </p:sp>
      <p:pic>
        <p:nvPicPr>
          <p:cNvPr id="166" name="Grafik 165">
            <a:extLst>
              <a:ext uri="{FF2B5EF4-FFF2-40B4-BE49-F238E27FC236}">
                <a16:creationId xmlns:a16="http://schemas.microsoft.com/office/drawing/2014/main" id="{8B67296E-1B89-4970-BCE6-98D05C2988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8915" y="5326084"/>
            <a:ext cx="190500" cy="219075"/>
          </a:xfrm>
          <a:prstGeom prst="rect">
            <a:avLst/>
          </a:prstGeom>
        </p:spPr>
      </p:pic>
      <p:pic>
        <p:nvPicPr>
          <p:cNvPr id="168" name="Grafik 167">
            <a:extLst>
              <a:ext uri="{FF2B5EF4-FFF2-40B4-BE49-F238E27FC236}">
                <a16:creationId xmlns:a16="http://schemas.microsoft.com/office/drawing/2014/main" id="{F21B1C1B-E50D-4DA4-A369-CD45827DFE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8421" y="5608391"/>
            <a:ext cx="238125" cy="228600"/>
          </a:xfrm>
          <a:prstGeom prst="rect">
            <a:avLst/>
          </a:prstGeom>
        </p:spPr>
      </p:pic>
      <p:pic>
        <p:nvPicPr>
          <p:cNvPr id="170" name="Grafik 169">
            <a:extLst>
              <a:ext uri="{FF2B5EF4-FFF2-40B4-BE49-F238E27FC236}">
                <a16:creationId xmlns:a16="http://schemas.microsoft.com/office/drawing/2014/main" id="{6C0B9D99-E70C-4795-B750-B2C456959A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9181" y="5885067"/>
            <a:ext cx="200025" cy="228600"/>
          </a:xfrm>
          <a:prstGeom prst="rect">
            <a:avLst/>
          </a:prstGeom>
        </p:spPr>
      </p:pic>
      <p:pic>
        <p:nvPicPr>
          <p:cNvPr id="172" name="Grafik 171">
            <a:extLst>
              <a:ext uri="{FF2B5EF4-FFF2-40B4-BE49-F238E27FC236}">
                <a16:creationId xmlns:a16="http://schemas.microsoft.com/office/drawing/2014/main" id="{97311D8A-CD4B-4927-B231-A039A21D579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2869" y="6407074"/>
            <a:ext cx="247650" cy="257175"/>
          </a:xfrm>
          <a:prstGeom prst="rect">
            <a:avLst/>
          </a:prstGeom>
        </p:spPr>
      </p:pic>
      <p:pic>
        <p:nvPicPr>
          <p:cNvPr id="174" name="Grafik 173">
            <a:extLst>
              <a:ext uri="{FF2B5EF4-FFF2-40B4-BE49-F238E27FC236}">
                <a16:creationId xmlns:a16="http://schemas.microsoft.com/office/drawing/2014/main" id="{B2857450-7325-477A-B6FD-A6755FC77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59181" y="6158369"/>
            <a:ext cx="190500" cy="219075"/>
          </a:xfrm>
          <a:prstGeom prst="rect">
            <a:avLst/>
          </a:prstGeom>
        </p:spPr>
      </p:pic>
      <p:pic>
        <p:nvPicPr>
          <p:cNvPr id="182" name="Grafik 181">
            <a:extLst>
              <a:ext uri="{FF2B5EF4-FFF2-40B4-BE49-F238E27FC236}">
                <a16:creationId xmlns:a16="http://schemas.microsoft.com/office/drawing/2014/main" id="{6200A072-0FEF-4DC1-BB65-6351EDB5C74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60452" y="2298601"/>
            <a:ext cx="1047605" cy="1047605"/>
          </a:xfrm>
          <a:prstGeom prst="rect">
            <a:avLst/>
          </a:prstGeom>
        </p:spPr>
      </p:pic>
      <p:pic>
        <p:nvPicPr>
          <p:cNvPr id="183" name="Grafik 182">
            <a:extLst>
              <a:ext uri="{FF2B5EF4-FFF2-40B4-BE49-F238E27FC236}">
                <a16:creationId xmlns:a16="http://schemas.microsoft.com/office/drawing/2014/main" id="{01C7AD86-76E5-47E6-A009-A67E77035F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0613" y="1512823"/>
            <a:ext cx="1047605" cy="1047605"/>
          </a:xfrm>
          <a:prstGeom prst="rect">
            <a:avLst/>
          </a:prstGeom>
        </p:spPr>
      </p:pic>
      <p:sp>
        <p:nvSpPr>
          <p:cNvPr id="185" name="Ellipse 184">
            <a:extLst>
              <a:ext uri="{FF2B5EF4-FFF2-40B4-BE49-F238E27FC236}">
                <a16:creationId xmlns:a16="http://schemas.microsoft.com/office/drawing/2014/main" id="{54157BB8-01D8-4C8E-8D7F-A29FDB6DD8DE}"/>
              </a:ext>
            </a:extLst>
          </p:cNvPr>
          <p:cNvSpPr/>
          <p:nvPr/>
        </p:nvSpPr>
        <p:spPr>
          <a:xfrm rot="20794480">
            <a:off x="6930077" y="2320970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rgbClr val="4C8C5F"/>
                </a:solidFill>
              </a:rPr>
              <a:t>2</a:t>
            </a:r>
            <a:endParaRPr lang="en-GB" sz="1200" dirty="0">
              <a:solidFill>
                <a:srgbClr val="4C8C5F"/>
              </a:solidFill>
            </a:endParaRPr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D178CAD3-0E39-4937-AE8E-47EF46DFCE09}"/>
              </a:ext>
            </a:extLst>
          </p:cNvPr>
          <p:cNvSpPr/>
          <p:nvPr/>
        </p:nvSpPr>
        <p:spPr>
          <a:xfrm rot="1114517">
            <a:off x="3239923" y="1928495"/>
            <a:ext cx="302950" cy="26713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2"/>
                </a:solidFill>
              </a:rPr>
              <a:t>1</a:t>
            </a:r>
            <a:endParaRPr lang="en-GB" sz="12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192</Words>
  <Application>Microsoft Office PowerPoint</Application>
  <PresentationFormat>Breitbild</PresentationFormat>
  <Paragraphs>51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v.huber</dc:creator>
  <cp:keywords/>
  <dc:description>generated using python-pptx</dc:description>
  <cp:lastModifiedBy>Valentina Huber</cp:lastModifiedBy>
  <cp:revision>25</cp:revision>
  <dcterms:created xsi:type="dcterms:W3CDTF">2013-01-27T09:14:16Z</dcterms:created>
  <dcterms:modified xsi:type="dcterms:W3CDTF">2026-07-07T12:24:04Z</dcterms:modified>
  <cp:category/>
</cp:coreProperties>
</file>