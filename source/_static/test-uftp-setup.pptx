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312" autoAdjust="0"/>
  </p:normalViewPr>
  <p:slideViewPr>
    <p:cSldViewPr snapToGrid="0">
      <p:cViewPr varScale="1">
        <p:scale>
          <a:sx n="153" d="100"/>
          <a:sy n="153" d="100"/>
        </p:scale>
        <p:origin x="129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207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371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90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766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50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7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038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647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33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27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9029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FD5E3-9FE6-47D6-82DD-5BFE33800862}" type="datetimeFigureOut">
              <a:rPr lang="en-GB" smtClean="0"/>
              <a:t>08/10/2026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9195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E190DF8-6F1D-428D-8AF9-1FBA26A30772}"/>
              </a:ext>
            </a:extLst>
          </p:cNvPr>
          <p:cNvCxnSpPr>
            <a:stCxn id="100" idx="3"/>
            <a:endCxn id="44" idx="1"/>
          </p:cNvCxnSpPr>
          <p:nvPr/>
        </p:nvCxnSpPr>
        <p:spPr>
          <a:xfrm flipV="1">
            <a:off x="2236350" y="4026833"/>
            <a:ext cx="4529814" cy="7347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000670DA-9892-4C13-8C0E-FD2B76E1F016}"/>
              </a:ext>
            </a:extLst>
          </p:cNvPr>
          <p:cNvSpPr txBox="1"/>
          <p:nvPr/>
        </p:nvSpPr>
        <p:spPr>
          <a:xfrm>
            <a:off x="3188536" y="964306"/>
            <a:ext cx="18244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Auth Server</a:t>
            </a:r>
            <a:br>
              <a:rPr lang="de-DE" sz="1600" dirty="0"/>
            </a:br>
            <a:r>
              <a:rPr lang="de-DE" sz="1400" dirty="0"/>
              <a:t>(</a:t>
            </a:r>
            <a:r>
              <a:rPr lang="de-DE" sz="1400" dirty="0" err="1"/>
              <a:t>or</a:t>
            </a:r>
            <a:r>
              <a:rPr lang="de-DE" sz="1400" dirty="0"/>
              <a:t> UNICORE/X </a:t>
            </a:r>
            <a:r>
              <a:rPr lang="de-DE" sz="1400" dirty="0" err="1"/>
              <a:t>server</a:t>
            </a:r>
            <a:r>
              <a:rPr lang="de-DE" sz="1400" dirty="0"/>
              <a:t>)</a:t>
            </a:r>
            <a:endParaRPr lang="en-GB" sz="1600" dirty="0"/>
          </a:p>
        </p:txBody>
      </p: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32D62576-6362-4E92-BCB9-CA9FBA185CAD}"/>
              </a:ext>
            </a:extLst>
          </p:cNvPr>
          <p:cNvCxnSpPr>
            <a:cxnSpLocks/>
            <a:stCxn id="100" idx="0"/>
            <a:endCxn id="98" idx="1"/>
          </p:cNvCxnSpPr>
          <p:nvPr/>
        </p:nvCxnSpPr>
        <p:spPr>
          <a:xfrm rot="5400000" flipH="1" flipV="1">
            <a:off x="1526557" y="1617737"/>
            <a:ext cx="1330589" cy="1875513"/>
          </a:xfrm>
          <a:prstGeom prst="bentConnector2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26D14A21-0B88-43DA-B0E1-0EBC713B37C8}"/>
              </a:ext>
            </a:extLst>
          </p:cNvPr>
          <p:cNvSpPr txBox="1"/>
          <p:nvPr/>
        </p:nvSpPr>
        <p:spPr>
          <a:xfrm>
            <a:off x="1212534" y="1425971"/>
            <a:ext cx="19075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70C0"/>
                </a:solidFill>
              </a:rPr>
              <a:t>Authentication </a:t>
            </a:r>
            <a:r>
              <a:rPr lang="de-DE" sz="1400" b="1" i="1" dirty="0" err="1">
                <a:solidFill>
                  <a:srgbClr val="0070C0"/>
                </a:solidFill>
              </a:rPr>
              <a:t>request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A6A3D902-927E-448F-A1B0-BA89FCD59360}"/>
              </a:ext>
            </a:extLst>
          </p:cNvPr>
          <p:cNvSpPr txBox="1"/>
          <p:nvPr/>
        </p:nvSpPr>
        <p:spPr>
          <a:xfrm>
            <a:off x="3212964" y="3562451"/>
            <a:ext cx="1929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>
                <a:solidFill>
                  <a:srgbClr val="0070C0"/>
                </a:solidFill>
              </a:rPr>
              <a:t>FTP Control Connection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0B57E1AD-EEB3-4F8C-8A56-7AB9D000514C}"/>
              </a:ext>
            </a:extLst>
          </p:cNvPr>
          <p:cNvSpPr txBox="1"/>
          <p:nvPr/>
        </p:nvSpPr>
        <p:spPr>
          <a:xfrm>
            <a:off x="2968245" y="5005402"/>
            <a:ext cx="23834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8000"/>
                </a:solidFill>
              </a:rPr>
              <a:t>Passive FTP Data Connections</a:t>
            </a:r>
            <a:endParaRPr lang="en-GB" sz="1400" b="1" i="1" dirty="0">
              <a:solidFill>
                <a:srgbClr val="008000"/>
              </a:solidFill>
            </a:endParaRPr>
          </a:p>
        </p:txBody>
      </p:sp>
      <p:sp>
        <p:nvSpPr>
          <p:cNvPr id="87" name="Ellipse 86">
            <a:extLst>
              <a:ext uri="{FF2B5EF4-FFF2-40B4-BE49-F238E27FC236}">
                <a16:creationId xmlns:a16="http://schemas.microsoft.com/office/drawing/2014/main" id="{C7ED80CB-00A2-4FC7-80B1-852CEF67B7FB}"/>
              </a:ext>
            </a:extLst>
          </p:cNvPr>
          <p:cNvSpPr/>
          <p:nvPr/>
        </p:nvSpPr>
        <p:spPr>
          <a:xfrm>
            <a:off x="2078720" y="1744263"/>
            <a:ext cx="295324" cy="310219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1</a:t>
            </a:r>
            <a:endParaRPr lang="en-GB" sz="1600" b="1" dirty="0"/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A51B0A78-7D82-42A1-BE29-97A41F65A540}"/>
              </a:ext>
            </a:extLst>
          </p:cNvPr>
          <p:cNvSpPr/>
          <p:nvPr/>
        </p:nvSpPr>
        <p:spPr>
          <a:xfrm>
            <a:off x="3129608" y="818653"/>
            <a:ext cx="1942333" cy="214308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A191F60E-7B25-4957-8278-5EBD374A961A}"/>
              </a:ext>
            </a:extLst>
          </p:cNvPr>
          <p:cNvSpPr txBox="1"/>
          <p:nvPr/>
        </p:nvSpPr>
        <p:spPr>
          <a:xfrm>
            <a:off x="480261" y="3411935"/>
            <a:ext cx="16385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 </a:t>
            </a:r>
            <a:r>
              <a:rPr lang="de-DE" b="1" dirty="0" err="1"/>
              <a:t>Cient</a:t>
            </a:r>
            <a:br>
              <a:rPr lang="de-DE" sz="1600" dirty="0"/>
            </a:br>
            <a:r>
              <a:rPr lang="de-DE" sz="1400" dirty="0"/>
              <a:t>(end-user </a:t>
            </a:r>
            <a:r>
              <a:rPr lang="de-DE" sz="1400" dirty="0" err="1"/>
              <a:t>or</a:t>
            </a:r>
            <a:r>
              <a:rPr lang="de-DE" sz="1400" dirty="0"/>
              <a:t> </a:t>
            </a:r>
            <a:r>
              <a:rPr lang="de-DE" sz="1400" dirty="0" err="1"/>
              <a:t>server</a:t>
            </a:r>
            <a:r>
              <a:rPr lang="de-DE" sz="1400" dirty="0"/>
              <a:t>)</a:t>
            </a:r>
            <a:endParaRPr lang="en-GB" sz="1600" dirty="0"/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EB8AFB6D-3B50-4048-BE43-6F9F4E11FDB3}"/>
              </a:ext>
            </a:extLst>
          </p:cNvPr>
          <p:cNvSpPr/>
          <p:nvPr/>
        </p:nvSpPr>
        <p:spPr>
          <a:xfrm>
            <a:off x="271840" y="3220787"/>
            <a:ext cx="1964510" cy="162678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92" name="Grafik 91">
            <a:extLst>
              <a:ext uri="{FF2B5EF4-FFF2-40B4-BE49-F238E27FC236}">
                <a16:creationId xmlns:a16="http://schemas.microsoft.com/office/drawing/2014/main" id="{4C6E8205-1EB3-4D55-8B7E-DEC4A1C77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71" y="4025941"/>
            <a:ext cx="868048" cy="663135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5EACC380-4F22-4F6F-86B4-BF2535E2258E}"/>
              </a:ext>
            </a:extLst>
          </p:cNvPr>
          <p:cNvGrpSpPr/>
          <p:nvPr/>
        </p:nvGrpSpPr>
        <p:grpSpPr>
          <a:xfrm>
            <a:off x="3650776" y="1747774"/>
            <a:ext cx="949060" cy="957430"/>
            <a:chOff x="3905433" y="1301287"/>
            <a:chExt cx="949060" cy="957430"/>
          </a:xfrm>
        </p:grpSpPr>
        <p:pic>
          <p:nvPicPr>
            <p:cNvPr id="93" name="Grafik 92">
              <a:extLst>
                <a:ext uri="{FF2B5EF4-FFF2-40B4-BE49-F238E27FC236}">
                  <a16:creationId xmlns:a16="http://schemas.microsoft.com/office/drawing/2014/main" id="{F6E4E32B-B04E-47A2-BEC6-C66A939BEA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05433" y="1301287"/>
              <a:ext cx="926340" cy="957430"/>
            </a:xfrm>
            <a:prstGeom prst="rect">
              <a:avLst/>
            </a:prstGeom>
          </p:spPr>
        </p:pic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422EE592-241D-4F02-8BF9-D181780D08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7559" y="1663327"/>
              <a:ext cx="496934" cy="513612"/>
            </a:xfrm>
            <a:prstGeom prst="rect">
              <a:avLst/>
            </a:prstGeom>
          </p:spPr>
        </p:pic>
      </p:grp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C40587F3-FB08-4311-A205-85AF672C9347}"/>
              </a:ext>
            </a:extLst>
          </p:cNvPr>
          <p:cNvSpPr/>
          <p:nvPr/>
        </p:nvSpPr>
        <p:spPr>
          <a:xfrm>
            <a:off x="6881404" y="818653"/>
            <a:ext cx="1906749" cy="558214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6E092C4C-4AC9-417B-89C1-AB0BBD4047A1}"/>
              </a:ext>
            </a:extLst>
          </p:cNvPr>
          <p:cNvSpPr txBox="1"/>
          <p:nvPr/>
        </p:nvSpPr>
        <p:spPr>
          <a:xfrm>
            <a:off x="7133777" y="1010576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UFTPD Server</a:t>
            </a:r>
            <a:endParaRPr lang="en-GB" dirty="0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F37F80B-00B6-43FC-B00D-42A817E173EA}"/>
              </a:ext>
            </a:extLst>
          </p:cNvPr>
          <p:cNvSpPr/>
          <p:nvPr/>
        </p:nvSpPr>
        <p:spPr>
          <a:xfrm>
            <a:off x="6772427" y="1759034"/>
            <a:ext cx="339828" cy="292503"/>
          </a:xfrm>
          <a:prstGeom prst="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9A2CF124-8B16-4213-8943-707C6C61D000}"/>
              </a:ext>
            </a:extLst>
          </p:cNvPr>
          <p:cNvSpPr/>
          <p:nvPr/>
        </p:nvSpPr>
        <p:spPr>
          <a:xfrm>
            <a:off x="6766164" y="3880581"/>
            <a:ext cx="339828" cy="292503"/>
          </a:xfrm>
          <a:prstGeom prst="rect">
            <a:avLst/>
          </a:prstGeom>
          <a:solidFill>
            <a:srgbClr val="0070C0"/>
          </a:solidFill>
          <a:ln w="2222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CDC7DB5-5914-49C2-B017-83EFC50ABCEF}"/>
              </a:ext>
            </a:extLst>
          </p:cNvPr>
          <p:cNvSpPr/>
          <p:nvPr/>
        </p:nvSpPr>
        <p:spPr>
          <a:xfrm>
            <a:off x="6696640" y="5316338"/>
            <a:ext cx="318328" cy="18919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033F9D3-DC4E-4BBE-A5F0-2197F1A5B39E}"/>
              </a:ext>
            </a:extLst>
          </p:cNvPr>
          <p:cNvSpPr/>
          <p:nvPr/>
        </p:nvSpPr>
        <p:spPr>
          <a:xfrm>
            <a:off x="6750804" y="5409814"/>
            <a:ext cx="318328" cy="18919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61E461A-BF9F-402B-B58F-4E2970C240A5}"/>
              </a:ext>
            </a:extLst>
          </p:cNvPr>
          <p:cNvSpPr/>
          <p:nvPr/>
        </p:nvSpPr>
        <p:spPr>
          <a:xfrm>
            <a:off x="6816108" y="5512827"/>
            <a:ext cx="318328" cy="18919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D5D798D5-8C66-432F-9176-7A715B9C0170}"/>
              </a:ext>
            </a:extLst>
          </p:cNvPr>
          <p:cNvSpPr txBox="1"/>
          <p:nvPr/>
        </p:nvSpPr>
        <p:spPr>
          <a:xfrm>
            <a:off x="7118266" y="1751795"/>
            <a:ext cx="1306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dirty="0"/>
              <a:t>Command </a:t>
            </a:r>
            <a:r>
              <a:rPr lang="de-DE" sz="1400" b="1" dirty="0" err="1"/>
              <a:t>port</a:t>
            </a:r>
            <a:endParaRPr lang="en-GB" sz="1400" dirty="0"/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FC978FC2-35B3-4F1D-95B3-319D19302808}"/>
              </a:ext>
            </a:extLst>
          </p:cNvPr>
          <p:cNvSpPr txBox="1"/>
          <p:nvPr/>
        </p:nvSpPr>
        <p:spPr>
          <a:xfrm>
            <a:off x="7121399" y="3865307"/>
            <a:ext cx="9803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/>
          </a:lstStyle>
          <a:p>
            <a:pPr algn="l"/>
            <a:r>
              <a:rPr lang="de-DE" sz="1400" b="1" dirty="0"/>
              <a:t>Listen </a:t>
            </a:r>
            <a:r>
              <a:rPr lang="de-DE" sz="1400" b="1" dirty="0" err="1"/>
              <a:t>port</a:t>
            </a:r>
            <a:endParaRPr lang="en-GB" sz="1400" b="1" dirty="0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628665A9-6B92-45BF-B501-3E63E2BD6C25}"/>
              </a:ext>
            </a:extLst>
          </p:cNvPr>
          <p:cNvSpPr txBox="1"/>
          <p:nvPr/>
        </p:nvSpPr>
        <p:spPr>
          <a:xfrm>
            <a:off x="7126299" y="5260719"/>
            <a:ext cx="1373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algn="l"/>
            <a:r>
              <a:rPr lang="de-DE" sz="1400" b="1" dirty="0"/>
              <a:t>Data </a:t>
            </a:r>
            <a:r>
              <a:rPr lang="de-DE" sz="1400" b="1" dirty="0" err="1"/>
              <a:t>ports</a:t>
            </a:r>
            <a:endParaRPr lang="de-DE" sz="1400" b="1" dirty="0"/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31470ACF-55D1-436D-BEA0-5B2184EE9B54}"/>
              </a:ext>
            </a:extLst>
          </p:cNvPr>
          <p:cNvSpPr txBox="1"/>
          <p:nvPr/>
        </p:nvSpPr>
        <p:spPr>
          <a:xfrm>
            <a:off x="7184372" y="5497124"/>
            <a:ext cx="15847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algn="l"/>
            <a:r>
              <a:rPr lang="de-DE" sz="1400" dirty="0"/>
              <a:t>(</a:t>
            </a:r>
            <a:r>
              <a:rPr lang="de-DE" sz="1200" i="1" dirty="0" err="1"/>
              <a:t>dynamic</a:t>
            </a:r>
            <a:r>
              <a:rPr lang="de-DE" sz="1200" i="1" dirty="0"/>
              <a:t> </a:t>
            </a:r>
            <a:r>
              <a:rPr lang="de-DE" sz="1200" i="1" dirty="0" err="1"/>
              <a:t>or</a:t>
            </a:r>
            <a:r>
              <a:rPr lang="de-DE" sz="1200" i="1" dirty="0"/>
              <a:t> </a:t>
            </a:r>
            <a:br>
              <a:rPr lang="de-DE" sz="1200" i="1" dirty="0"/>
            </a:br>
            <a:r>
              <a:rPr lang="de-DE" sz="1200" i="1" dirty="0" err="1"/>
              <a:t>configured</a:t>
            </a:r>
            <a:r>
              <a:rPr lang="de-DE" sz="1200" i="1" dirty="0"/>
              <a:t> </a:t>
            </a:r>
            <a:r>
              <a:rPr lang="de-DE" sz="1200" i="1" dirty="0" err="1"/>
              <a:t>range</a:t>
            </a:r>
            <a:r>
              <a:rPr lang="de-DE" sz="1400" dirty="0"/>
              <a:t>)</a:t>
            </a:r>
            <a:endParaRPr lang="en-GB" sz="1600" dirty="0"/>
          </a:p>
        </p:txBody>
      </p:sp>
      <p:pic>
        <p:nvPicPr>
          <p:cNvPr id="123" name="Grafik 122">
            <a:extLst>
              <a:ext uri="{FF2B5EF4-FFF2-40B4-BE49-F238E27FC236}">
                <a16:creationId xmlns:a16="http://schemas.microsoft.com/office/drawing/2014/main" id="{5F608270-20C0-4C3D-912A-FE42750A8E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8744" y="2428278"/>
            <a:ext cx="731542" cy="1066928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B354CF3-9F23-4FDD-A1F6-1DA43EB81531}"/>
              </a:ext>
            </a:extLst>
          </p:cNvPr>
          <p:cNvSpPr txBox="1"/>
          <p:nvPr/>
        </p:nvSpPr>
        <p:spPr>
          <a:xfrm>
            <a:off x="1796907" y="2096650"/>
            <a:ext cx="92845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username</a:t>
            </a:r>
            <a:r>
              <a:rPr lang="de-DE" sz="1100" i="1" dirty="0"/>
              <a:t> + </a:t>
            </a:r>
            <a:br>
              <a:rPr lang="de-DE" sz="1100" i="1" dirty="0"/>
            </a:b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ECF1D1C-A345-4401-A4DD-555EA94B4EFA}"/>
              </a:ext>
            </a:extLst>
          </p:cNvPr>
          <p:cNvSpPr txBox="1"/>
          <p:nvPr/>
        </p:nvSpPr>
        <p:spPr>
          <a:xfrm>
            <a:off x="5123050" y="1449976"/>
            <a:ext cx="16987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 err="1">
                <a:solidFill>
                  <a:srgbClr val="0070C0"/>
                </a:solidFill>
              </a:rPr>
              <a:t>Prepare</a:t>
            </a:r>
            <a:r>
              <a:rPr lang="de-DE" sz="1400" b="1" i="1" dirty="0">
                <a:solidFill>
                  <a:srgbClr val="0070C0"/>
                </a:solidFill>
              </a:rPr>
              <a:t> FTP </a:t>
            </a:r>
            <a:r>
              <a:rPr lang="de-DE" sz="1400" b="1" i="1" dirty="0" err="1">
                <a:solidFill>
                  <a:srgbClr val="0070C0"/>
                </a:solidFill>
              </a:rPr>
              <a:t>session</a:t>
            </a:r>
            <a:r>
              <a:rPr lang="de-DE" sz="1400" b="1" i="1" dirty="0">
                <a:solidFill>
                  <a:srgbClr val="0070C0"/>
                </a:solidFill>
              </a:rPr>
              <a:t> 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21398CE-8541-471B-8D1F-8282D4FEBD32}"/>
              </a:ext>
            </a:extLst>
          </p:cNvPr>
          <p:cNvSpPr txBox="1"/>
          <p:nvPr/>
        </p:nvSpPr>
        <p:spPr>
          <a:xfrm>
            <a:off x="5293323" y="2091000"/>
            <a:ext cx="131959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i="1" dirty="0"/>
              <a:t>(</a:t>
            </a:r>
            <a:r>
              <a:rPr lang="de-DE" sz="1100" i="1" dirty="0" err="1"/>
              <a:t>local</a:t>
            </a:r>
            <a:r>
              <a:rPr lang="de-DE" sz="1100" i="1" dirty="0"/>
              <a:t> </a:t>
            </a:r>
            <a:r>
              <a:rPr lang="de-DE" sz="1100" i="1" dirty="0" err="1"/>
              <a:t>username</a:t>
            </a:r>
            <a:r>
              <a:rPr lang="de-DE" sz="1100" i="1" dirty="0"/>
              <a:t> +</a:t>
            </a:r>
            <a:br>
              <a:rPr lang="de-DE" sz="1100" i="1" dirty="0"/>
            </a:b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9613CA5-FFF9-4495-9CCF-0FA24873BD0E}"/>
              </a:ext>
            </a:extLst>
          </p:cNvPr>
          <p:cNvSpPr txBox="1"/>
          <p:nvPr/>
        </p:nvSpPr>
        <p:spPr>
          <a:xfrm>
            <a:off x="3509186" y="4227838"/>
            <a:ext cx="1362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95" name="Ellipse 94">
            <a:extLst>
              <a:ext uri="{FF2B5EF4-FFF2-40B4-BE49-F238E27FC236}">
                <a16:creationId xmlns:a16="http://schemas.microsoft.com/office/drawing/2014/main" id="{EDA49B51-AA97-4B64-9D72-C8D8B3A6DC44}"/>
              </a:ext>
            </a:extLst>
          </p:cNvPr>
          <p:cNvSpPr/>
          <p:nvPr/>
        </p:nvSpPr>
        <p:spPr>
          <a:xfrm>
            <a:off x="4036525" y="3890060"/>
            <a:ext cx="295324" cy="310219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3</a:t>
            </a:r>
            <a:endParaRPr lang="en-GB" sz="1600" b="1" dirty="0"/>
          </a:p>
        </p:txBody>
      </p:sp>
      <p:cxnSp>
        <p:nvCxnSpPr>
          <p:cNvPr id="69" name="Verbinder: gewinkelt 68">
            <a:extLst>
              <a:ext uri="{FF2B5EF4-FFF2-40B4-BE49-F238E27FC236}">
                <a16:creationId xmlns:a16="http://schemas.microsoft.com/office/drawing/2014/main" id="{13A89900-6C54-43E0-B77F-5E8E641DFEB1}"/>
              </a:ext>
            </a:extLst>
          </p:cNvPr>
          <p:cNvCxnSpPr>
            <a:cxnSpLocks/>
            <a:stCxn id="100" idx="2"/>
            <a:endCxn id="46" idx="1"/>
          </p:cNvCxnSpPr>
          <p:nvPr/>
        </p:nvCxnSpPr>
        <p:spPr>
          <a:xfrm rot="16200000" flipH="1">
            <a:off x="3674031" y="2427635"/>
            <a:ext cx="656837" cy="5496709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Verbinder: gewinkelt 63">
            <a:extLst>
              <a:ext uri="{FF2B5EF4-FFF2-40B4-BE49-F238E27FC236}">
                <a16:creationId xmlns:a16="http://schemas.microsoft.com/office/drawing/2014/main" id="{99DD88C5-5E3E-4BED-8770-62504DFD3897}"/>
              </a:ext>
            </a:extLst>
          </p:cNvPr>
          <p:cNvCxnSpPr>
            <a:cxnSpLocks/>
            <a:stCxn id="100" idx="2"/>
            <a:endCxn id="47" idx="1"/>
          </p:cNvCxnSpPr>
          <p:nvPr/>
        </p:nvCxnSpPr>
        <p:spPr>
          <a:xfrm rot="16200000" flipH="1">
            <a:off x="3655176" y="2446490"/>
            <a:ext cx="759850" cy="5562013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Verbinder: gewinkelt 76">
            <a:extLst>
              <a:ext uri="{FF2B5EF4-FFF2-40B4-BE49-F238E27FC236}">
                <a16:creationId xmlns:a16="http://schemas.microsoft.com/office/drawing/2014/main" id="{FEC80A63-7673-4C45-B972-849E88BBE10A}"/>
              </a:ext>
            </a:extLst>
          </p:cNvPr>
          <p:cNvCxnSpPr>
            <a:cxnSpLocks/>
            <a:stCxn id="100" idx="2"/>
            <a:endCxn id="45" idx="1"/>
          </p:cNvCxnSpPr>
          <p:nvPr/>
        </p:nvCxnSpPr>
        <p:spPr>
          <a:xfrm rot="16200000" flipH="1">
            <a:off x="3693687" y="2407979"/>
            <a:ext cx="563361" cy="5442545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Ellipse 95">
            <a:extLst>
              <a:ext uri="{FF2B5EF4-FFF2-40B4-BE49-F238E27FC236}">
                <a16:creationId xmlns:a16="http://schemas.microsoft.com/office/drawing/2014/main" id="{94ED6BBD-B25A-42AA-9367-3C6FEAA6EEF8}"/>
              </a:ext>
            </a:extLst>
          </p:cNvPr>
          <p:cNvSpPr/>
          <p:nvPr/>
        </p:nvSpPr>
        <p:spPr>
          <a:xfrm>
            <a:off x="4019789" y="5351921"/>
            <a:ext cx="295324" cy="310219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4</a:t>
            </a:r>
            <a:endParaRPr lang="en-GB" sz="1600" b="1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E04BBB39-2302-4A83-A3C0-BDADBFD902D5}"/>
              </a:ext>
            </a:extLst>
          </p:cNvPr>
          <p:cNvCxnSpPr>
            <a:cxnSpLocks/>
            <a:stCxn id="98" idx="3"/>
            <a:endCxn id="43" idx="1"/>
          </p:cNvCxnSpPr>
          <p:nvPr/>
        </p:nvCxnSpPr>
        <p:spPr>
          <a:xfrm>
            <a:off x="5071941" y="1890198"/>
            <a:ext cx="1700486" cy="15088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Ellipse 88">
            <a:extLst>
              <a:ext uri="{FF2B5EF4-FFF2-40B4-BE49-F238E27FC236}">
                <a16:creationId xmlns:a16="http://schemas.microsoft.com/office/drawing/2014/main" id="{22919522-1D63-46DD-B3F2-C4C5B2C4C51F}"/>
              </a:ext>
            </a:extLst>
          </p:cNvPr>
          <p:cNvSpPr/>
          <p:nvPr/>
        </p:nvSpPr>
        <p:spPr>
          <a:xfrm>
            <a:off x="5805644" y="1757753"/>
            <a:ext cx="295324" cy="310219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2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198809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67</Words>
  <Application>Microsoft Office PowerPoint</Application>
  <PresentationFormat>Bildschirmpräsentation (4:3)</PresentationFormat>
  <Paragraphs>18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Valentina Huber</dc:creator>
  <cp:lastModifiedBy>Valentina Huber</cp:lastModifiedBy>
  <cp:revision>44</cp:revision>
  <dcterms:created xsi:type="dcterms:W3CDTF">2026-08-05T11:08:07Z</dcterms:created>
  <dcterms:modified xsi:type="dcterms:W3CDTF">2026-10-08T12:28:44Z</dcterms:modified>
</cp:coreProperties>
</file>